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4FF"/>
    <a:srgbClr val="061426"/>
    <a:srgbClr val="FFFFFF"/>
    <a:srgbClr val="5A5A5A"/>
    <a:srgbClr val="7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24285-CB20-4BD6-B6DF-99AACBD5C111}" v="89" dt="2025-11-08T15:43:4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4" autoAdjust="0"/>
  </p:normalViewPr>
  <p:slideViewPr>
    <p:cSldViewPr snapToGrid="0">
      <p:cViewPr varScale="1">
        <p:scale>
          <a:sx n="77" d="100"/>
          <a:sy n="77" d="100"/>
        </p:scale>
        <p:origin x="912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Chouhan" userId="81b5accc9ed09597" providerId="LiveId" clId="{3E28EB51-2EB4-4243-9762-C21FFF2FAED6}"/>
    <pc:docChg chg="undo redo custSel addSld delSld modSld modMainMaster">
      <pc:chgData name="Rohit Chouhan" userId="81b5accc9ed09597" providerId="LiveId" clId="{3E28EB51-2EB4-4243-9762-C21FFF2FAED6}" dt="2025-11-08T15:48:21.630" v="2796" actId="20577"/>
      <pc:docMkLst>
        <pc:docMk/>
      </pc:docMkLst>
      <pc:sldChg chg="addSp delSp modSp new mod">
        <pc:chgData name="Rohit Chouhan" userId="81b5accc9ed09597" providerId="LiveId" clId="{3E28EB51-2EB4-4243-9762-C21FFF2FAED6}" dt="2025-11-07T03:09:04.931" v="1335" actId="1038"/>
        <pc:sldMkLst>
          <pc:docMk/>
          <pc:sldMk cId="1823992548" sldId="256"/>
        </pc:sldMkLst>
        <pc:spChg chg="add del mod ord">
          <ac:chgData name="Rohit Chouhan" userId="81b5accc9ed09597" providerId="LiveId" clId="{3E28EB51-2EB4-4243-9762-C21FFF2FAED6}" dt="2025-11-07T03:00:31.321" v="1136" actId="478"/>
          <ac:spMkLst>
            <pc:docMk/>
            <pc:sldMk cId="1823992548" sldId="256"/>
            <ac:spMk id="3" creationId="{A2DF150A-14D0-A094-B46D-0A9B5ED31300}"/>
          </ac:spMkLst>
        </pc:spChg>
        <pc:spChg chg="mod">
          <ac:chgData name="Rohit Chouhan" userId="81b5accc9ed09597" providerId="LiveId" clId="{3E28EB51-2EB4-4243-9762-C21FFF2FAED6}" dt="2025-11-07T03:07:54.979" v="1295" actId="1038"/>
          <ac:spMkLst>
            <pc:docMk/>
            <pc:sldMk cId="1823992548" sldId="256"/>
            <ac:spMk id="5" creationId="{5F93CDD9-12FF-A0F5-B0B4-B58380D1748B}"/>
          </ac:spMkLst>
        </pc:spChg>
        <pc:spChg chg="mod">
          <ac:chgData name="Rohit Chouhan" userId="81b5accc9ed09597" providerId="LiveId" clId="{3E28EB51-2EB4-4243-9762-C21FFF2FAED6}" dt="2025-11-07T03:08:01.929" v="1299" actId="1038"/>
          <ac:spMkLst>
            <pc:docMk/>
            <pc:sldMk cId="1823992548" sldId="256"/>
            <ac:spMk id="6" creationId="{74D14A36-7A7C-2B25-B879-258F99DA9DF9}"/>
          </ac:spMkLst>
        </pc:spChg>
        <pc:spChg chg="mod">
          <ac:chgData name="Rohit Chouhan" userId="81b5accc9ed09597" providerId="LiveId" clId="{3E28EB51-2EB4-4243-9762-C21FFF2FAED6}" dt="2025-11-07T03:09:04.931" v="1335" actId="1038"/>
          <ac:spMkLst>
            <pc:docMk/>
            <pc:sldMk cId="1823992548" sldId="256"/>
            <ac:spMk id="7" creationId="{CFA69273-8478-50C0-CDA1-7FB360C03C7B}"/>
          </ac:spMkLst>
        </pc:spChg>
      </pc:sldChg>
      <pc:sldChg chg="modSp del mod">
        <pc:chgData name="Rohit Chouhan" userId="81b5accc9ed09597" providerId="LiveId" clId="{3E28EB51-2EB4-4243-9762-C21FFF2FAED6}" dt="2025-11-07T02:57:49.360" v="1120" actId="2696"/>
        <pc:sldMkLst>
          <pc:docMk/>
          <pc:sldMk cId="2988974694" sldId="256"/>
        </pc:sldMkLst>
        <pc:spChg chg="mod">
          <ac:chgData name="Rohit Chouhan" userId="81b5accc9ed09597" providerId="LiveId" clId="{3E28EB51-2EB4-4243-9762-C21FFF2FAED6}" dt="2025-11-07T01:17:08.720" v="78" actId="1076"/>
          <ac:spMkLst>
            <pc:docMk/>
            <pc:sldMk cId="2988974694" sldId="256"/>
            <ac:spMk id="2" creationId="{581FF726-CB3B-E950-A553-F8CAA004759D}"/>
          </ac:spMkLst>
        </pc:spChg>
        <pc:spChg chg="mod">
          <ac:chgData name="Rohit Chouhan" userId="81b5accc9ed09597" providerId="LiveId" clId="{3E28EB51-2EB4-4243-9762-C21FFF2FAED6}" dt="2025-11-07T01:17:22.934" v="110" actId="1036"/>
          <ac:spMkLst>
            <pc:docMk/>
            <pc:sldMk cId="2988974694" sldId="256"/>
            <ac:spMk id="3" creationId="{C6124520-9810-5D56-8F8E-469B9624220E}"/>
          </ac:spMkLst>
        </pc:spChg>
      </pc:sldChg>
      <pc:sldChg chg="addSp delSp modSp new mod">
        <pc:chgData name="Rohit Chouhan" userId="81b5accc9ed09597" providerId="LiveId" clId="{3E28EB51-2EB4-4243-9762-C21FFF2FAED6}" dt="2025-11-07T03:21:41.042" v="1431" actId="1076"/>
        <pc:sldMkLst>
          <pc:docMk/>
          <pc:sldMk cId="2120492728" sldId="257"/>
        </pc:sldMkLst>
        <pc:spChg chg="mod">
          <ac:chgData name="Rohit Chouhan" userId="81b5accc9ed09597" providerId="LiveId" clId="{3E28EB51-2EB4-4243-9762-C21FFF2FAED6}" dt="2025-11-07T03:13:40.329" v="1348" actId="27636"/>
          <ac:spMkLst>
            <pc:docMk/>
            <pc:sldMk cId="2120492728" sldId="257"/>
            <ac:spMk id="2" creationId="{FF0B4B7A-C1BB-BCF2-CBAF-A67150DB0AA9}"/>
          </ac:spMkLst>
        </pc:spChg>
        <pc:spChg chg="del">
          <ac:chgData name="Rohit Chouhan" userId="81b5accc9ed09597" providerId="LiveId" clId="{3E28EB51-2EB4-4243-9762-C21FFF2FAED6}" dt="2025-11-07T03:14:22.009" v="1349"/>
          <ac:spMkLst>
            <pc:docMk/>
            <pc:sldMk cId="2120492728" sldId="257"/>
            <ac:spMk id="3" creationId="{4D0C35F6-EA2F-F5E8-8DA8-BB987E54039E}"/>
          </ac:spMkLst>
        </pc:spChg>
        <pc:spChg chg="add mod">
          <ac:chgData name="Rohit Chouhan" userId="81b5accc9ed09597" providerId="LiveId" clId="{3E28EB51-2EB4-4243-9762-C21FFF2FAED6}" dt="2025-11-07T03:20:12.824" v="1424" actId="5793"/>
          <ac:spMkLst>
            <pc:docMk/>
            <pc:sldMk cId="2120492728" sldId="257"/>
            <ac:spMk id="4" creationId="{C59FF6F4-0676-4C3C-BB61-C9B716665AA1}"/>
          </ac:spMkLst>
        </pc:spChg>
        <pc:picChg chg="add mod">
          <ac:chgData name="Rohit Chouhan" userId="81b5accc9ed09597" providerId="LiveId" clId="{3E28EB51-2EB4-4243-9762-C21FFF2FAED6}" dt="2025-11-07T03:16:10.719" v="1361" actId="1076"/>
          <ac:picMkLst>
            <pc:docMk/>
            <pc:sldMk cId="2120492728" sldId="257"/>
            <ac:picMk id="6" creationId="{297C3E84-92A0-A5C4-3E9B-3BF678043905}"/>
          </ac:picMkLst>
        </pc:picChg>
        <pc:picChg chg="add mod">
          <ac:chgData name="Rohit Chouhan" userId="81b5accc9ed09597" providerId="LiveId" clId="{3E28EB51-2EB4-4243-9762-C21FFF2FAED6}" dt="2025-11-07T03:21:41.042" v="1431" actId="1076"/>
          <ac:picMkLst>
            <pc:docMk/>
            <pc:sldMk cId="2120492728" sldId="257"/>
            <ac:picMk id="8" creationId="{1050DD4D-1588-4F25-8CC2-CD5FFE4640E0}"/>
          </ac:picMkLst>
        </pc:picChg>
        <pc:picChg chg="add mod">
          <ac:chgData name="Rohit Chouhan" userId="81b5accc9ed09597" providerId="LiveId" clId="{3E28EB51-2EB4-4243-9762-C21FFF2FAED6}" dt="2025-11-07T03:21:37.284" v="1430" actId="1076"/>
          <ac:picMkLst>
            <pc:docMk/>
            <pc:sldMk cId="2120492728" sldId="257"/>
            <ac:picMk id="10" creationId="{85A037A0-E219-FCBE-546C-62AB205C9057}"/>
          </ac:picMkLst>
        </pc:picChg>
        <pc:picChg chg="add del mod">
          <ac:chgData name="Rohit Chouhan" userId="81b5accc9ed09597" providerId="LiveId" clId="{3E28EB51-2EB4-4243-9762-C21FFF2FAED6}" dt="2025-11-07T03:18:56.685" v="1376" actId="478"/>
          <ac:picMkLst>
            <pc:docMk/>
            <pc:sldMk cId="2120492728" sldId="257"/>
            <ac:picMk id="12" creationId="{F53B0C1B-AC28-B723-3D9F-536F17971857}"/>
          </ac:picMkLst>
        </pc:picChg>
        <pc:picChg chg="add del mod">
          <ac:chgData name="Rohit Chouhan" userId="81b5accc9ed09597" providerId="LiveId" clId="{3E28EB51-2EB4-4243-9762-C21FFF2FAED6}" dt="2025-11-07T03:18:56.685" v="1376" actId="478"/>
          <ac:picMkLst>
            <pc:docMk/>
            <pc:sldMk cId="2120492728" sldId="257"/>
            <ac:picMk id="14" creationId="{52B926AF-7737-1EC2-2B38-D68482BDD77A}"/>
          </ac:picMkLst>
        </pc:picChg>
        <pc:picChg chg="add mod">
          <ac:chgData name="Rohit Chouhan" userId="81b5accc9ed09597" providerId="LiveId" clId="{3E28EB51-2EB4-4243-9762-C21FFF2FAED6}" dt="2025-11-07T03:19:48.532" v="1379" actId="1076"/>
          <ac:picMkLst>
            <pc:docMk/>
            <pc:sldMk cId="2120492728" sldId="257"/>
            <ac:picMk id="16" creationId="{BADA4B13-0EC7-358B-94E6-4A1E1D21CB07}"/>
          </ac:picMkLst>
        </pc:picChg>
        <pc:picChg chg="add mod">
          <ac:chgData name="Rohit Chouhan" userId="81b5accc9ed09597" providerId="LiveId" clId="{3E28EB51-2EB4-4243-9762-C21FFF2FAED6}" dt="2025-11-07T03:21:28.173" v="1427" actId="1076"/>
          <ac:picMkLst>
            <pc:docMk/>
            <pc:sldMk cId="2120492728" sldId="257"/>
            <ac:picMk id="18" creationId="{935B61F6-F373-7A2D-3EAE-9C33F15A8B7B}"/>
          </ac:picMkLst>
        </pc:picChg>
      </pc:sldChg>
      <pc:sldChg chg="addSp modSp new mod">
        <pc:chgData name="Rohit Chouhan" userId="81b5accc9ed09597" providerId="LiveId" clId="{3E28EB51-2EB4-4243-9762-C21FFF2FAED6}" dt="2025-11-07T03:57:50.199" v="1726" actId="113"/>
        <pc:sldMkLst>
          <pc:docMk/>
          <pc:sldMk cId="3232532478" sldId="258"/>
        </pc:sldMkLst>
        <pc:spChg chg="mod">
          <ac:chgData name="Rohit Chouhan" userId="81b5accc9ed09597" providerId="LiveId" clId="{3E28EB51-2EB4-4243-9762-C21FFF2FAED6}" dt="2025-11-07T03:32:38.222" v="1562" actId="255"/>
          <ac:spMkLst>
            <pc:docMk/>
            <pc:sldMk cId="3232532478" sldId="258"/>
            <ac:spMk id="2" creationId="{6F4DBE82-2181-35D3-A50D-AF01387D3B16}"/>
          </ac:spMkLst>
        </pc:spChg>
        <pc:spChg chg="mod">
          <ac:chgData name="Rohit Chouhan" userId="81b5accc9ed09597" providerId="LiveId" clId="{3E28EB51-2EB4-4243-9762-C21FFF2FAED6}" dt="2025-11-07T03:57:50.199" v="1726" actId="113"/>
          <ac:spMkLst>
            <pc:docMk/>
            <pc:sldMk cId="3232532478" sldId="258"/>
            <ac:spMk id="3" creationId="{43313AC7-4F40-90DA-D04E-6B7FC135D860}"/>
          </ac:spMkLst>
        </pc:spChg>
        <pc:picChg chg="add mod">
          <ac:chgData name="Rohit Chouhan" userId="81b5accc9ed09597" providerId="LiveId" clId="{3E28EB51-2EB4-4243-9762-C21FFF2FAED6}" dt="2025-11-07T03:32:14.237" v="1559" actId="14100"/>
          <ac:picMkLst>
            <pc:docMk/>
            <pc:sldMk cId="3232532478" sldId="258"/>
            <ac:picMk id="5" creationId="{1DC1B705-511D-9FD8-7B96-2FB6B711D653}"/>
          </ac:picMkLst>
        </pc:picChg>
      </pc:sldChg>
      <pc:sldChg chg="addSp delSp modSp new mod">
        <pc:chgData name="Rohit Chouhan" userId="81b5accc9ed09597" providerId="LiveId" clId="{3E28EB51-2EB4-4243-9762-C21FFF2FAED6}" dt="2025-11-07T03:58:16.793" v="1727" actId="113"/>
        <pc:sldMkLst>
          <pc:docMk/>
          <pc:sldMk cId="2181233454" sldId="259"/>
        </pc:sldMkLst>
        <pc:spChg chg="mod">
          <ac:chgData name="Rohit Chouhan" userId="81b5accc9ed09597" providerId="LiveId" clId="{3E28EB51-2EB4-4243-9762-C21FFF2FAED6}" dt="2025-11-07T03:48:14.744" v="1636" actId="27636"/>
          <ac:spMkLst>
            <pc:docMk/>
            <pc:sldMk cId="2181233454" sldId="259"/>
            <ac:spMk id="2" creationId="{CADF4170-C580-52F5-BE0E-93196CB0DB0B}"/>
          </ac:spMkLst>
        </pc:spChg>
        <pc:spChg chg="del mod">
          <ac:chgData name="Rohit Chouhan" userId="81b5accc9ed09597" providerId="LiveId" clId="{3E28EB51-2EB4-4243-9762-C21FFF2FAED6}" dt="2025-11-07T03:47:41.159" v="1627"/>
          <ac:spMkLst>
            <pc:docMk/>
            <pc:sldMk cId="2181233454" sldId="259"/>
            <ac:spMk id="3" creationId="{E42A89DC-A599-1C92-AA4D-A4085E5A2427}"/>
          </ac:spMkLst>
        </pc:spChg>
        <pc:spChg chg="add mod">
          <ac:chgData name="Rohit Chouhan" userId="81b5accc9ed09597" providerId="LiveId" clId="{3E28EB51-2EB4-4243-9762-C21FFF2FAED6}" dt="2025-11-07T03:58:16.793" v="1727" actId="113"/>
          <ac:spMkLst>
            <pc:docMk/>
            <pc:sldMk cId="2181233454" sldId="259"/>
            <ac:spMk id="12" creationId="{F04B9F43-14F7-329B-C863-861670F20581}"/>
          </ac:spMkLst>
        </pc:spChg>
        <pc:picChg chg="add del mod">
          <ac:chgData name="Rohit Chouhan" userId="81b5accc9ed09597" providerId="LiveId" clId="{3E28EB51-2EB4-4243-9762-C21FFF2FAED6}" dt="2025-11-07T03:36:26.488" v="1575" actId="478"/>
          <ac:picMkLst>
            <pc:docMk/>
            <pc:sldMk cId="2181233454" sldId="259"/>
            <ac:picMk id="5" creationId="{6CCC45B8-F712-81BA-1A66-803E5419C9C6}"/>
          </ac:picMkLst>
        </pc:picChg>
        <pc:picChg chg="add mod">
          <ac:chgData name="Rohit Chouhan" userId="81b5accc9ed09597" providerId="LiveId" clId="{3E28EB51-2EB4-4243-9762-C21FFF2FAED6}" dt="2025-11-07T03:48:30.849" v="1639" actId="14100"/>
          <ac:picMkLst>
            <pc:docMk/>
            <pc:sldMk cId="2181233454" sldId="259"/>
            <ac:picMk id="7" creationId="{F53738EA-8C74-C7D2-531A-F53D041A8D49}"/>
          </ac:picMkLst>
        </pc:picChg>
        <pc:picChg chg="add del mod">
          <ac:chgData name="Rohit Chouhan" userId="81b5accc9ed09597" providerId="LiveId" clId="{3E28EB51-2EB4-4243-9762-C21FFF2FAED6}" dt="2025-11-07T03:44:44.189" v="1595" actId="478"/>
          <ac:picMkLst>
            <pc:docMk/>
            <pc:sldMk cId="2181233454" sldId="259"/>
            <ac:picMk id="9" creationId="{4A28FB51-6AB6-0782-3265-672D8C1BE584}"/>
          </ac:picMkLst>
        </pc:picChg>
        <pc:picChg chg="add mod">
          <ac:chgData name="Rohit Chouhan" userId="81b5accc9ed09597" providerId="LiveId" clId="{3E28EB51-2EB4-4243-9762-C21FFF2FAED6}" dt="2025-11-07T03:47:26.089" v="1626" actId="1076"/>
          <ac:picMkLst>
            <pc:docMk/>
            <pc:sldMk cId="2181233454" sldId="259"/>
            <ac:picMk id="11" creationId="{38395DAE-F124-0F2C-37FB-5A37CA2AED1F}"/>
          </ac:picMkLst>
        </pc:picChg>
      </pc:sldChg>
      <pc:sldChg chg="addSp delSp modSp new mod">
        <pc:chgData name="Rohit Chouhan" userId="81b5accc9ed09597" providerId="LiveId" clId="{3E28EB51-2EB4-4243-9762-C21FFF2FAED6}" dt="2025-11-07T03:56:41.664" v="1719" actId="20577"/>
        <pc:sldMkLst>
          <pc:docMk/>
          <pc:sldMk cId="1557161288" sldId="260"/>
        </pc:sldMkLst>
        <pc:spChg chg="mod">
          <ac:chgData name="Rohit Chouhan" userId="81b5accc9ed09597" providerId="LiveId" clId="{3E28EB51-2EB4-4243-9762-C21FFF2FAED6}" dt="2025-11-07T03:52:09.924" v="1672" actId="20577"/>
          <ac:spMkLst>
            <pc:docMk/>
            <pc:sldMk cId="1557161288" sldId="260"/>
            <ac:spMk id="2" creationId="{A5C53A47-EC38-1B16-D531-10D706B42FF6}"/>
          </ac:spMkLst>
        </pc:spChg>
        <pc:spChg chg="del mod">
          <ac:chgData name="Rohit Chouhan" userId="81b5accc9ed09597" providerId="LiveId" clId="{3E28EB51-2EB4-4243-9762-C21FFF2FAED6}" dt="2025-11-07T03:55:52.114" v="1706"/>
          <ac:spMkLst>
            <pc:docMk/>
            <pc:sldMk cId="1557161288" sldId="260"/>
            <ac:spMk id="3" creationId="{15339AA9-10FF-52AD-E79A-EE01F1715C94}"/>
          </ac:spMkLst>
        </pc:spChg>
        <pc:spChg chg="add mod">
          <ac:chgData name="Rohit Chouhan" userId="81b5accc9ed09597" providerId="LiveId" clId="{3E28EB51-2EB4-4243-9762-C21FFF2FAED6}" dt="2025-11-07T03:56:41.664" v="1719" actId="20577"/>
          <ac:spMkLst>
            <pc:docMk/>
            <pc:sldMk cId="1557161288" sldId="260"/>
            <ac:spMk id="12" creationId="{82F7CBDC-0864-C925-3976-3D855240D6E7}"/>
          </ac:spMkLst>
        </pc:spChg>
        <pc:picChg chg="add del mod">
          <ac:chgData name="Rohit Chouhan" userId="81b5accc9ed09597" providerId="LiveId" clId="{3E28EB51-2EB4-4243-9762-C21FFF2FAED6}" dt="2025-11-07T03:53:31.784" v="1686" actId="478"/>
          <ac:picMkLst>
            <pc:docMk/>
            <pc:sldMk cId="1557161288" sldId="260"/>
            <ac:picMk id="5" creationId="{4FEAFE3C-BBC1-9EC3-D634-6A57E30A6F7D}"/>
          </ac:picMkLst>
        </pc:picChg>
        <pc:picChg chg="add del mod">
          <ac:chgData name="Rohit Chouhan" userId="81b5accc9ed09597" providerId="LiveId" clId="{3E28EB51-2EB4-4243-9762-C21FFF2FAED6}" dt="2025-11-07T03:53:28.595" v="1685" actId="478"/>
          <ac:picMkLst>
            <pc:docMk/>
            <pc:sldMk cId="1557161288" sldId="260"/>
            <ac:picMk id="7" creationId="{494A8E70-764B-346D-881F-D8AE2A6B01ED}"/>
          </ac:picMkLst>
        </pc:picChg>
        <pc:picChg chg="add mod">
          <ac:chgData name="Rohit Chouhan" userId="81b5accc9ed09597" providerId="LiveId" clId="{3E28EB51-2EB4-4243-9762-C21FFF2FAED6}" dt="2025-11-07T03:54:28.625" v="1695" actId="1076"/>
          <ac:picMkLst>
            <pc:docMk/>
            <pc:sldMk cId="1557161288" sldId="260"/>
            <ac:picMk id="9" creationId="{74D6DC89-D290-CBAD-056E-B5D9F4A15116}"/>
          </ac:picMkLst>
        </pc:picChg>
        <pc:picChg chg="add mod">
          <ac:chgData name="Rohit Chouhan" userId="81b5accc9ed09597" providerId="LiveId" clId="{3E28EB51-2EB4-4243-9762-C21FFF2FAED6}" dt="2025-11-07T03:55:36.323" v="1705" actId="14100"/>
          <ac:picMkLst>
            <pc:docMk/>
            <pc:sldMk cId="1557161288" sldId="260"/>
            <ac:picMk id="11" creationId="{F2EA5189-3838-FDB1-C705-8B453FCE8BDC}"/>
          </ac:picMkLst>
        </pc:picChg>
      </pc:sldChg>
      <pc:sldChg chg="addSp delSp modSp new mod">
        <pc:chgData name="Rohit Chouhan" userId="81b5accc9ed09597" providerId="LiveId" clId="{3E28EB51-2EB4-4243-9762-C21FFF2FAED6}" dt="2025-11-07T04:10:57.046" v="1824" actId="20577"/>
        <pc:sldMkLst>
          <pc:docMk/>
          <pc:sldMk cId="2169865307" sldId="261"/>
        </pc:sldMkLst>
        <pc:spChg chg="mod">
          <ac:chgData name="Rohit Chouhan" userId="81b5accc9ed09597" providerId="LiveId" clId="{3E28EB51-2EB4-4243-9762-C21FFF2FAED6}" dt="2025-11-07T04:01:41.706" v="1739" actId="114"/>
          <ac:spMkLst>
            <pc:docMk/>
            <pc:sldMk cId="2169865307" sldId="261"/>
            <ac:spMk id="2" creationId="{77BAC2C2-12F8-AE7F-C776-E98DB6332051}"/>
          </ac:spMkLst>
        </pc:spChg>
        <pc:spChg chg="del mod">
          <ac:chgData name="Rohit Chouhan" userId="81b5accc9ed09597" providerId="LiveId" clId="{3E28EB51-2EB4-4243-9762-C21FFF2FAED6}" dt="2025-11-07T04:07:45.906" v="1771"/>
          <ac:spMkLst>
            <pc:docMk/>
            <pc:sldMk cId="2169865307" sldId="261"/>
            <ac:spMk id="3" creationId="{25A79A83-945C-B0A3-F5A0-6165984A4A3D}"/>
          </ac:spMkLst>
        </pc:spChg>
        <pc:spChg chg="add mod">
          <ac:chgData name="Rohit Chouhan" userId="81b5accc9ed09597" providerId="LiveId" clId="{3E28EB51-2EB4-4243-9762-C21FFF2FAED6}" dt="2025-11-07T04:10:57.046" v="1824" actId="20577"/>
          <ac:spMkLst>
            <pc:docMk/>
            <pc:sldMk cId="2169865307" sldId="261"/>
            <ac:spMk id="12" creationId="{98011CE7-1C94-C8CA-115C-F59DF0EF7CF0}"/>
          </ac:spMkLst>
        </pc:spChg>
        <pc:picChg chg="add mod">
          <ac:chgData name="Rohit Chouhan" userId="81b5accc9ed09597" providerId="LiveId" clId="{3E28EB51-2EB4-4243-9762-C21FFF2FAED6}" dt="2025-11-07T04:06:05.494" v="1759" actId="1076"/>
          <ac:picMkLst>
            <pc:docMk/>
            <pc:sldMk cId="2169865307" sldId="261"/>
            <ac:picMk id="5" creationId="{AAB3CD64-F7D4-EDF3-3B73-BAE8782DFF79}"/>
          </ac:picMkLst>
        </pc:picChg>
        <pc:picChg chg="add mod">
          <ac:chgData name="Rohit Chouhan" userId="81b5accc9ed09597" providerId="LiveId" clId="{3E28EB51-2EB4-4243-9762-C21FFF2FAED6}" dt="2025-11-07T04:06:09.715" v="1760" actId="1076"/>
          <ac:picMkLst>
            <pc:docMk/>
            <pc:sldMk cId="2169865307" sldId="261"/>
            <ac:picMk id="7" creationId="{C62A9789-4A9B-BD88-B19C-505B2E16F856}"/>
          </ac:picMkLst>
        </pc:picChg>
        <pc:picChg chg="add del mod">
          <ac:chgData name="Rohit Chouhan" userId="81b5accc9ed09597" providerId="LiveId" clId="{3E28EB51-2EB4-4243-9762-C21FFF2FAED6}" dt="2025-11-07T04:07:01.332" v="1764" actId="478"/>
          <ac:picMkLst>
            <pc:docMk/>
            <pc:sldMk cId="2169865307" sldId="261"/>
            <ac:picMk id="9" creationId="{85895868-9A71-D7AA-1FBF-5CE1973FC3BF}"/>
          </ac:picMkLst>
        </pc:picChg>
        <pc:picChg chg="add mod">
          <ac:chgData name="Rohit Chouhan" userId="81b5accc9ed09597" providerId="LiveId" clId="{3E28EB51-2EB4-4243-9762-C21FFF2FAED6}" dt="2025-11-07T04:07:17.623" v="1770" actId="14100"/>
          <ac:picMkLst>
            <pc:docMk/>
            <pc:sldMk cId="2169865307" sldId="261"/>
            <ac:picMk id="11" creationId="{64A9085A-5D1C-E2DF-E406-695A8FF57AD7}"/>
          </ac:picMkLst>
        </pc:picChg>
      </pc:sldChg>
      <pc:sldChg chg="addSp modSp new mod">
        <pc:chgData name="Rohit Chouhan" userId="81b5accc9ed09597" providerId="LiveId" clId="{3E28EB51-2EB4-4243-9762-C21FFF2FAED6}" dt="2025-11-08T15:25:00.927" v="2557" actId="20577"/>
        <pc:sldMkLst>
          <pc:docMk/>
          <pc:sldMk cId="2170377296" sldId="262"/>
        </pc:sldMkLst>
        <pc:spChg chg="mod">
          <ac:chgData name="Rohit Chouhan" userId="81b5accc9ed09597" providerId="LiveId" clId="{3E28EB51-2EB4-4243-9762-C21FFF2FAED6}" dt="2025-11-08T15:24:52.814" v="2555" actId="27636"/>
          <ac:spMkLst>
            <pc:docMk/>
            <pc:sldMk cId="2170377296" sldId="262"/>
            <ac:spMk id="2" creationId="{BE3DEBD4-43C2-B154-00D3-0711F3539FC1}"/>
          </ac:spMkLst>
        </pc:spChg>
        <pc:spChg chg="mod">
          <ac:chgData name="Rohit Chouhan" userId="81b5accc9ed09597" providerId="LiveId" clId="{3E28EB51-2EB4-4243-9762-C21FFF2FAED6}" dt="2025-11-08T15:25:00.927" v="2557" actId="20577"/>
          <ac:spMkLst>
            <pc:docMk/>
            <pc:sldMk cId="2170377296" sldId="262"/>
            <ac:spMk id="3" creationId="{68D8A423-D3A3-2A0A-C24E-3B467308E8F3}"/>
          </ac:spMkLst>
        </pc:spChg>
        <pc:spChg chg="add">
          <ac:chgData name="Rohit Chouhan" userId="81b5accc9ed09597" providerId="LiveId" clId="{3E28EB51-2EB4-4243-9762-C21FFF2FAED6}" dt="2025-11-08T15:03:05.619" v="1961"/>
          <ac:spMkLst>
            <pc:docMk/>
            <pc:sldMk cId="2170377296" sldId="262"/>
            <ac:spMk id="4" creationId="{1A42A00B-452A-3112-D724-EEBE576523D4}"/>
          </ac:spMkLst>
        </pc:spChg>
        <pc:spChg chg="add">
          <ac:chgData name="Rohit Chouhan" userId="81b5accc9ed09597" providerId="LiveId" clId="{3E28EB51-2EB4-4243-9762-C21FFF2FAED6}" dt="2025-11-08T15:03:19.235" v="1962"/>
          <ac:spMkLst>
            <pc:docMk/>
            <pc:sldMk cId="2170377296" sldId="262"/>
            <ac:spMk id="5" creationId="{E7686293-DEB7-5585-0FCC-AA2C3E529184}"/>
          </ac:spMkLst>
        </pc:spChg>
      </pc:sldChg>
      <pc:sldChg chg="addSp delSp modSp new mod">
        <pc:chgData name="Rohit Chouhan" userId="81b5accc9ed09597" providerId="LiveId" clId="{3E28EB51-2EB4-4243-9762-C21FFF2FAED6}" dt="2025-11-08T15:21:51.287" v="2510" actId="1076"/>
        <pc:sldMkLst>
          <pc:docMk/>
          <pc:sldMk cId="4068902021" sldId="263"/>
        </pc:sldMkLst>
        <pc:spChg chg="mod">
          <ac:chgData name="Rohit Chouhan" userId="81b5accc9ed09597" providerId="LiveId" clId="{3E28EB51-2EB4-4243-9762-C21FFF2FAED6}" dt="2025-11-08T15:05:30.464" v="1972" actId="14100"/>
          <ac:spMkLst>
            <pc:docMk/>
            <pc:sldMk cId="4068902021" sldId="263"/>
            <ac:spMk id="2" creationId="{9D87C461-C2F9-C7C4-45C3-DCA7729C2BDD}"/>
          </ac:spMkLst>
        </pc:spChg>
        <pc:spChg chg="del mod">
          <ac:chgData name="Rohit Chouhan" userId="81b5accc9ed09597" providerId="LiveId" clId="{3E28EB51-2EB4-4243-9762-C21FFF2FAED6}" dt="2025-11-08T15:09:28.854" v="1985"/>
          <ac:spMkLst>
            <pc:docMk/>
            <pc:sldMk cId="4068902021" sldId="263"/>
            <ac:spMk id="3" creationId="{D563E56C-B6C7-B78F-45E7-B58C34A1B4C1}"/>
          </ac:spMkLst>
        </pc:spChg>
        <pc:spChg chg="add mod">
          <ac:chgData name="Rohit Chouhan" userId="81b5accc9ed09597" providerId="LiveId" clId="{3E28EB51-2EB4-4243-9762-C21FFF2FAED6}" dt="2025-11-08T15:09:10.247" v="1984" actId="13926"/>
          <ac:spMkLst>
            <pc:docMk/>
            <pc:sldMk cId="4068902021" sldId="263"/>
            <ac:spMk id="5" creationId="{00534EBD-8DAF-0917-CE9F-D8F100CD581D}"/>
          </ac:spMkLst>
        </pc:spChg>
        <pc:spChg chg="add mod">
          <ac:chgData name="Rohit Chouhan" userId="81b5accc9ed09597" providerId="LiveId" clId="{3E28EB51-2EB4-4243-9762-C21FFF2FAED6}" dt="2025-11-08T15:15:27.294" v="2282" actId="207"/>
          <ac:spMkLst>
            <pc:docMk/>
            <pc:sldMk cId="4068902021" sldId="263"/>
            <ac:spMk id="6" creationId="{1D7941C3-B54B-1263-27DE-1FE59D7FB280}"/>
          </ac:spMkLst>
        </pc:spChg>
        <pc:picChg chg="add mod">
          <ac:chgData name="Rohit Chouhan" userId="81b5accc9ed09597" providerId="LiveId" clId="{3E28EB51-2EB4-4243-9762-C21FFF2FAED6}" dt="2025-11-08T15:21:51.287" v="2510" actId="1076"/>
          <ac:picMkLst>
            <pc:docMk/>
            <pc:sldMk cId="4068902021" sldId="263"/>
            <ac:picMk id="8" creationId="{743EF9B3-951A-9B56-9F34-B102B5B50D2F}"/>
          </ac:picMkLst>
        </pc:picChg>
      </pc:sldChg>
      <pc:sldChg chg="addSp delSp modSp new mod">
        <pc:chgData name="Rohit Chouhan" userId="81b5accc9ed09597" providerId="LiveId" clId="{3E28EB51-2EB4-4243-9762-C21FFF2FAED6}" dt="2025-11-08T15:22:45.878" v="2519" actId="1076"/>
        <pc:sldMkLst>
          <pc:docMk/>
          <pc:sldMk cId="2976959453" sldId="264"/>
        </pc:sldMkLst>
        <pc:spChg chg="mod">
          <ac:chgData name="Rohit Chouhan" userId="81b5accc9ed09597" providerId="LiveId" clId="{3E28EB51-2EB4-4243-9762-C21FFF2FAED6}" dt="2025-11-08T15:16:23.902" v="2290" actId="14100"/>
          <ac:spMkLst>
            <pc:docMk/>
            <pc:sldMk cId="2976959453" sldId="264"/>
            <ac:spMk id="2" creationId="{B591C694-EB40-9430-DA43-7BD28E49A14C}"/>
          </ac:spMkLst>
        </pc:spChg>
        <pc:spChg chg="del mod">
          <ac:chgData name="Rohit Chouhan" userId="81b5accc9ed09597" providerId="LiveId" clId="{3E28EB51-2EB4-4243-9762-C21FFF2FAED6}" dt="2025-11-08T15:18:04.802" v="2333"/>
          <ac:spMkLst>
            <pc:docMk/>
            <pc:sldMk cId="2976959453" sldId="264"/>
            <ac:spMk id="3" creationId="{8213DEC9-870F-8714-7CCD-98FBAAC1BE65}"/>
          </ac:spMkLst>
        </pc:spChg>
        <pc:spChg chg="add mod">
          <ac:chgData name="Rohit Chouhan" userId="81b5accc9ed09597" providerId="LiveId" clId="{3E28EB51-2EB4-4243-9762-C21FFF2FAED6}" dt="2025-11-08T15:22:33.583" v="2518" actId="20577"/>
          <ac:spMkLst>
            <pc:docMk/>
            <pc:sldMk cId="2976959453" sldId="264"/>
            <ac:spMk id="5" creationId="{42F70BE3-0EDA-81B5-3B23-066DB85315A4}"/>
          </ac:spMkLst>
        </pc:spChg>
        <pc:spChg chg="add mod">
          <ac:chgData name="Rohit Chouhan" userId="81b5accc9ed09597" providerId="LiveId" clId="{3E28EB51-2EB4-4243-9762-C21FFF2FAED6}" dt="2025-11-08T15:19:54.771" v="2506" actId="207"/>
          <ac:spMkLst>
            <pc:docMk/>
            <pc:sldMk cId="2976959453" sldId="264"/>
            <ac:spMk id="6" creationId="{024FAA36-8361-A7FE-31FA-7C15FD17161E}"/>
          </ac:spMkLst>
        </pc:spChg>
        <pc:picChg chg="add mod">
          <ac:chgData name="Rohit Chouhan" userId="81b5accc9ed09597" providerId="LiveId" clId="{3E28EB51-2EB4-4243-9762-C21FFF2FAED6}" dt="2025-11-08T15:22:45.878" v="2519" actId="1076"/>
          <ac:picMkLst>
            <pc:docMk/>
            <pc:sldMk cId="2976959453" sldId="264"/>
            <ac:picMk id="8" creationId="{222ED4EE-A4E2-E70A-9B86-899963E9F4A8}"/>
          </ac:picMkLst>
        </pc:picChg>
      </pc:sldChg>
      <pc:sldChg chg="addSp modSp new mod">
        <pc:chgData name="Rohit Chouhan" userId="81b5accc9ed09597" providerId="LiveId" clId="{3E28EB51-2EB4-4243-9762-C21FFF2FAED6}" dt="2025-11-08T15:48:21.630" v="2796" actId="20577"/>
        <pc:sldMkLst>
          <pc:docMk/>
          <pc:sldMk cId="1374925649" sldId="265"/>
        </pc:sldMkLst>
        <pc:spChg chg="mod">
          <ac:chgData name="Rohit Chouhan" userId="81b5accc9ed09597" providerId="LiveId" clId="{3E28EB51-2EB4-4243-9762-C21FFF2FAED6}" dt="2025-11-08T15:34:41.244" v="2567" actId="13926"/>
          <ac:spMkLst>
            <pc:docMk/>
            <pc:sldMk cId="1374925649" sldId="265"/>
            <ac:spMk id="2" creationId="{3F23C906-12AB-64F3-92CE-C1285821DE7F}"/>
          </ac:spMkLst>
        </pc:spChg>
        <pc:spChg chg="mod">
          <ac:chgData name="Rohit Chouhan" userId="81b5accc9ed09597" providerId="LiveId" clId="{3E28EB51-2EB4-4243-9762-C21FFF2FAED6}" dt="2025-11-08T15:41:23.756" v="2577" actId="27636"/>
          <ac:spMkLst>
            <pc:docMk/>
            <pc:sldMk cId="1374925649" sldId="265"/>
            <ac:spMk id="3" creationId="{2A5D4A87-01C2-6814-304D-83D3FD3F904E}"/>
          </ac:spMkLst>
        </pc:spChg>
        <pc:spChg chg="add">
          <ac:chgData name="Rohit Chouhan" userId="81b5accc9ed09597" providerId="LiveId" clId="{3E28EB51-2EB4-4243-9762-C21FFF2FAED6}" dt="2025-11-08T15:41:09.424" v="2573"/>
          <ac:spMkLst>
            <pc:docMk/>
            <pc:sldMk cId="1374925649" sldId="265"/>
            <ac:spMk id="4" creationId="{1372F4D5-8FFE-306A-68F7-B96080011132}"/>
          </ac:spMkLst>
        </pc:spChg>
        <pc:spChg chg="add mod">
          <ac:chgData name="Rohit Chouhan" userId="81b5accc9ed09597" providerId="LiveId" clId="{3E28EB51-2EB4-4243-9762-C21FFF2FAED6}" dt="2025-11-08T15:43:46.590" v="2677" actId="1036"/>
          <ac:spMkLst>
            <pc:docMk/>
            <pc:sldMk cId="1374925649" sldId="265"/>
            <ac:spMk id="5" creationId="{955DDE61-6DBE-A9CE-F805-D9CA8913B23A}"/>
          </ac:spMkLst>
        </pc:spChg>
        <pc:spChg chg="add mod">
          <ac:chgData name="Rohit Chouhan" userId="81b5accc9ed09597" providerId="LiveId" clId="{3E28EB51-2EB4-4243-9762-C21FFF2FAED6}" dt="2025-11-08T15:48:21.630" v="2796" actId="20577"/>
          <ac:spMkLst>
            <pc:docMk/>
            <pc:sldMk cId="1374925649" sldId="265"/>
            <ac:spMk id="7" creationId="{24E6E995-2F95-025C-922B-F8F35360B1E3}"/>
          </ac:spMkLst>
        </pc:spChg>
      </pc:sldChg>
      <pc:sldMasterChg chg="modSp mod addSldLayout modSldLayout sldLayoutOrd">
        <pc:chgData name="Rohit Chouhan" userId="81b5accc9ed09597" providerId="LiveId" clId="{3E28EB51-2EB4-4243-9762-C21FFF2FAED6}" dt="2025-11-07T03:08:51.159" v="1329" actId="1038"/>
        <pc:sldMasterMkLst>
          <pc:docMk/>
          <pc:sldMasterMk cId="1059585406" sldId="2147483648"/>
        </pc:sldMasterMkLst>
        <pc:spChg chg="mod">
          <ac:chgData name="Rohit Chouhan" userId="81b5accc9ed09597" providerId="LiveId" clId="{3E28EB51-2EB4-4243-9762-C21FFF2FAED6}" dt="2025-11-07T02:50:03.905" v="1119" actId="20577"/>
          <ac:spMkLst>
            <pc:docMk/>
            <pc:sldMasterMk cId="1059585406" sldId="2147483648"/>
            <ac:spMk id="2" creationId="{581C85E1-0973-8F45-6424-AAB1D899A57B}"/>
          </ac:spMkLst>
        </pc:spChg>
        <pc:spChg chg="mod">
          <ac:chgData name="Rohit Chouhan" userId="81b5accc9ed09597" providerId="LiveId" clId="{3E28EB51-2EB4-4243-9762-C21FFF2FAED6}" dt="2025-11-07T02:49:59.246" v="1087" actId="5793"/>
          <ac:spMkLst>
            <pc:docMk/>
            <pc:sldMasterMk cId="1059585406" sldId="2147483648"/>
            <ac:spMk id="3" creationId="{02DF2864-2EC1-35C7-BDD1-2A492880EDFD}"/>
          </ac:spMkLst>
        </pc:spChg>
        <pc:sldLayoutChg chg="modSp mod">
          <pc:chgData name="Rohit Chouhan" userId="81b5accc9ed09597" providerId="LiveId" clId="{3E28EB51-2EB4-4243-9762-C21FFF2FAED6}" dt="2025-11-07T02:43:52.702" v="850" actId="20577"/>
          <pc:sldLayoutMkLst>
            <pc:docMk/>
            <pc:sldMasterMk cId="1059585406" sldId="2147483648"/>
            <pc:sldLayoutMk cId="3158129745" sldId="2147483649"/>
          </pc:sldLayoutMkLst>
          <pc:spChg chg="mod">
            <ac:chgData name="Rohit Chouhan" userId="81b5accc9ed09597" providerId="LiveId" clId="{3E28EB51-2EB4-4243-9762-C21FFF2FAED6}" dt="2025-11-07T01:27:53.496" v="111" actId="14100"/>
            <ac:spMkLst>
              <pc:docMk/>
              <pc:sldMasterMk cId="1059585406" sldId="2147483648"/>
              <pc:sldLayoutMk cId="3158129745" sldId="2147483649"/>
              <ac:spMk id="2" creationId="{24D22F75-4497-1DF4-A9C2-81021814045B}"/>
            </ac:spMkLst>
          </pc:spChg>
          <pc:spChg chg="mod ord">
            <ac:chgData name="Rohit Chouhan" userId="81b5accc9ed09597" providerId="LiveId" clId="{3E28EB51-2EB4-4243-9762-C21FFF2FAED6}" dt="2025-11-07T02:43:52.702" v="850" actId="20577"/>
            <ac:spMkLst>
              <pc:docMk/>
              <pc:sldMasterMk cId="1059585406" sldId="2147483648"/>
              <pc:sldLayoutMk cId="3158129745" sldId="2147483649"/>
              <ac:spMk id="6" creationId="{15E07556-37BE-1FF4-BF35-2D66A780A677}"/>
            </ac:spMkLst>
          </pc:spChg>
        </pc:sldLayoutChg>
        <pc:sldLayoutChg chg="addSp delSp modSp mod ord">
          <pc:chgData name="Rohit Chouhan" userId="81b5accc9ed09597" providerId="LiveId" clId="{3E28EB51-2EB4-4243-9762-C21FFF2FAED6}" dt="2025-11-07T03:08:51.159" v="1329" actId="1038"/>
          <pc:sldLayoutMkLst>
            <pc:docMk/>
            <pc:sldMasterMk cId="1059585406" sldId="2147483648"/>
            <pc:sldLayoutMk cId="759513949" sldId="2147483657"/>
          </pc:sldLayoutMkLst>
          <pc:spChg chg="add del mod">
            <ac:chgData name="Rohit Chouhan" userId="81b5accc9ed09597" providerId="LiveId" clId="{3E28EB51-2EB4-4243-9762-C21FFF2FAED6}" dt="2025-11-07T02:25:30.985" v="847" actId="1038"/>
            <ac:spMkLst>
              <pc:docMk/>
              <pc:sldMasterMk cId="1059585406" sldId="2147483648"/>
              <pc:sldLayoutMk cId="759513949" sldId="2147483657"/>
              <ac:spMk id="2" creationId="{3A56CACA-EFE5-F32D-E0F2-D890EE5091B9}"/>
            </ac:spMkLst>
          </pc:spChg>
          <pc:spChg chg="mod">
            <ac:chgData name="Rohit Chouhan" userId="81b5accc9ed09597" providerId="LiveId" clId="{3E28EB51-2EB4-4243-9762-C21FFF2FAED6}" dt="2025-11-07T02:02:53.230" v="506" actId="14100"/>
            <ac:spMkLst>
              <pc:docMk/>
              <pc:sldMasterMk cId="1059585406" sldId="2147483648"/>
              <pc:sldLayoutMk cId="759513949" sldId="2147483657"/>
              <ac:spMk id="3" creationId="{5A70603D-6306-9A7B-8989-EE238769D334}"/>
            </ac:spMkLst>
          </pc:spChg>
          <pc:spChg chg="mod">
            <ac:chgData name="Rohit Chouhan" userId="81b5accc9ed09597" providerId="LiveId" clId="{3E28EB51-2EB4-4243-9762-C21FFF2FAED6}" dt="2025-11-07T02:24:41.002" v="834" actId="692"/>
            <ac:spMkLst>
              <pc:docMk/>
              <pc:sldMasterMk cId="1059585406" sldId="2147483648"/>
              <pc:sldLayoutMk cId="759513949" sldId="2147483657"/>
              <ac:spMk id="4" creationId="{BCF263A2-399A-DC1A-C2D3-189D0A6891F1}"/>
            </ac:spMkLst>
          </pc:spChg>
          <pc:spChg chg="mod">
            <ac:chgData name="Rohit Chouhan" userId="81b5accc9ed09597" providerId="LiveId" clId="{3E28EB51-2EB4-4243-9762-C21FFF2FAED6}" dt="2025-11-07T02:48:39.397" v="996" actId="1037"/>
            <ac:spMkLst>
              <pc:docMk/>
              <pc:sldMasterMk cId="1059585406" sldId="2147483648"/>
              <pc:sldLayoutMk cId="759513949" sldId="2147483657"/>
              <ac:spMk id="5" creationId="{0C67E1E1-7F2A-FCB9-5D7C-1946C6F7B13A}"/>
            </ac:spMkLst>
          </pc:spChg>
          <pc:spChg chg="mod">
            <ac:chgData name="Rohit Chouhan" userId="81b5accc9ed09597" providerId="LiveId" clId="{3E28EB51-2EB4-4243-9762-C21FFF2FAED6}" dt="2025-11-07T03:08:51.159" v="1329" actId="1038"/>
            <ac:spMkLst>
              <pc:docMk/>
              <pc:sldMasterMk cId="1059585406" sldId="2147483648"/>
              <pc:sldLayoutMk cId="759513949" sldId="2147483657"/>
              <ac:spMk id="6" creationId="{1B1E8F85-486E-9CB3-6079-9604D58CD3EC}"/>
            </ac:spMkLst>
          </pc:spChg>
          <pc:spChg chg="mod">
            <ac:chgData name="Rohit Chouhan" userId="81b5accc9ed09597" providerId="LiveId" clId="{3E28EB51-2EB4-4243-9762-C21FFF2FAED6}" dt="2025-11-07T03:08:42.236" v="1321" actId="1038"/>
            <ac:spMkLst>
              <pc:docMk/>
              <pc:sldMasterMk cId="1059585406" sldId="2147483648"/>
              <pc:sldLayoutMk cId="759513949" sldId="2147483657"/>
              <ac:spMk id="7" creationId="{15F8CBCE-C304-F490-0C71-76F63058CFC9}"/>
            </ac:spMkLst>
          </pc:spChg>
          <pc:spChg chg="add mod ord">
            <ac:chgData name="Rohit Chouhan" userId="81b5accc9ed09597" providerId="LiveId" clId="{3E28EB51-2EB4-4243-9762-C21FFF2FAED6}" dt="2025-11-07T02:25:18.852" v="840" actId="14100"/>
            <ac:spMkLst>
              <pc:docMk/>
              <pc:sldMasterMk cId="1059585406" sldId="2147483648"/>
              <pc:sldLayoutMk cId="759513949" sldId="2147483657"/>
              <ac:spMk id="8" creationId="{AFC7F008-A8E3-EB10-8563-D988CA1EBB43}"/>
            </ac:spMkLst>
          </pc:spChg>
          <pc:spChg chg="add mod">
            <ac:chgData name="Rohit Chouhan" userId="81b5accc9ed09597" providerId="LiveId" clId="{3E28EB51-2EB4-4243-9762-C21FFF2FAED6}" dt="2025-11-07T01:46:03.266" v="380"/>
            <ac:spMkLst>
              <pc:docMk/>
              <pc:sldMasterMk cId="1059585406" sldId="2147483648"/>
              <pc:sldLayoutMk cId="759513949" sldId="2147483657"/>
              <ac:spMk id="9" creationId="{B0498D65-FE5C-243F-5BEB-9238319F1976}"/>
            </ac:spMkLst>
          </pc:spChg>
          <pc:picChg chg="add mod">
            <ac:chgData name="Rohit Chouhan" userId="81b5accc9ed09597" providerId="LiveId" clId="{3E28EB51-2EB4-4243-9762-C21FFF2FAED6}" dt="2025-11-07T02:16:10.321" v="564" actId="14100"/>
            <ac:picMkLst>
              <pc:docMk/>
              <pc:sldMasterMk cId="1059585406" sldId="2147483648"/>
              <pc:sldLayoutMk cId="759513949" sldId="2147483657"/>
              <ac:picMk id="11" creationId="{9C3DBC80-88DD-116D-FD89-86980B9673E7}"/>
            </ac:picMkLst>
          </pc:picChg>
          <pc:cxnChg chg="add mod">
            <ac:chgData name="Rohit Chouhan" userId="81b5accc9ed09597" providerId="LiveId" clId="{3E28EB51-2EB4-4243-9762-C21FFF2FAED6}" dt="2025-11-07T02:48:45.860" v="999" actId="1037"/>
            <ac:cxnSpMkLst>
              <pc:docMk/>
              <pc:sldMasterMk cId="1059585406" sldId="2147483648"/>
              <pc:sldLayoutMk cId="759513949" sldId="2147483657"/>
              <ac:cxnSpMk id="13" creationId="{E3C9F85D-0B2F-29BC-A930-F4C7B27F62DF}"/>
            </ac:cxnSpMkLst>
          </pc:cxnChg>
          <pc:cxnChg chg="add mod">
            <ac:chgData name="Rohit Chouhan" userId="81b5accc9ed09597" providerId="LiveId" clId="{3E28EB51-2EB4-4243-9762-C21FFF2FAED6}" dt="2025-11-07T03:08:30.743" v="1310" actId="1038"/>
            <ac:cxnSpMkLst>
              <pc:docMk/>
              <pc:sldMasterMk cId="1059585406" sldId="2147483648"/>
              <pc:sldLayoutMk cId="759513949" sldId="2147483657"/>
              <ac:cxnSpMk id="16" creationId="{BB04B180-5B89-B826-803F-87FE8C726752}"/>
            </ac:cxnSpMkLst>
          </pc:cxnChg>
          <pc:cxnChg chg="add mod">
            <ac:chgData name="Rohit Chouhan" userId="81b5accc9ed09597" providerId="LiveId" clId="{3E28EB51-2EB4-4243-9762-C21FFF2FAED6}" dt="2025-11-07T03:07:38.439" v="1286" actId="1038"/>
            <ac:cxnSpMkLst>
              <pc:docMk/>
              <pc:sldMasterMk cId="1059585406" sldId="2147483648"/>
              <pc:sldLayoutMk cId="759513949" sldId="2147483657"/>
              <ac:cxnSpMk id="22" creationId="{50598E8E-4D29-D35D-F86D-45F947C1AF4F}"/>
            </ac:cxnSpMkLst>
          </pc:cxnChg>
        </pc:sldLayoutChg>
        <pc:sldLayoutChg chg="add mod modTransition">
          <pc:chgData name="Rohit Chouhan" userId="81b5accc9ed09597" providerId="LiveId" clId="{3E28EB51-2EB4-4243-9762-C21FFF2FAED6}" dt="2025-11-07T02:38:22.431" v="848" actId="2890"/>
          <pc:sldLayoutMkLst>
            <pc:docMk/>
            <pc:sldMasterMk cId="1059585406" sldId="2147483648"/>
            <pc:sldLayoutMk cId="3954629181" sldId="214748366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E4A3F5-F976-661F-3A35-3D88A3F46A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54D59-010C-9E31-FB0C-DFD4736145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9C637-EDED-49D4-8407-17B298AEFAB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486DA-2524-298A-FD52-0FE3A6601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1EA1C-FF1C-EB4E-671B-3E5888FB97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BA6CC-F786-4D88-90D2-6DF4340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4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F7B8B-E8E4-41B5-B2BF-C32D67A5BFC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7C96D-DE74-4261-A8B5-D5024282E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9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C7F008-A8E3-EB10-8563-D988CA1EBB43}"/>
              </a:ext>
            </a:extLst>
          </p:cNvPr>
          <p:cNvSpPr/>
          <p:nvPr userDrawn="1"/>
        </p:nvSpPr>
        <p:spPr>
          <a:xfrm>
            <a:off x="152400" y="1264444"/>
            <a:ext cx="4886324" cy="896938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6CACA-EFE5-F32D-E0F2-D890EE509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1" y="1133475"/>
            <a:ext cx="5091904" cy="102790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FFFF"/>
            </a:solidFill>
          </a:ln>
        </p:spPr>
        <p:txBody>
          <a:bodyPr anchor="b"/>
          <a:lstStyle>
            <a:lvl1pPr>
              <a:defRPr sz="32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Black Friday Sales Analysis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0603D-6306-9A7B-8989-EE238769D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02288" y="992187"/>
            <a:ext cx="6172200" cy="500697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63A2-399A-DC1A-C2D3-189D0A6891F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61937" y="3305175"/>
            <a:ext cx="4621212" cy="514350"/>
          </a:xfrm>
          <a:ln w="6350">
            <a:solidFill>
              <a:srgbClr val="061426"/>
            </a:solidFill>
          </a:ln>
        </p:spPr>
        <p:txBody>
          <a:bodyPr/>
          <a:lstStyle>
            <a:lvl1pPr marL="0" indent="0">
              <a:buNone/>
              <a:defRPr sz="2000" b="1" i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 Strategic Analysis for Marketing”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7E1E1-7F2A-FCB9-5D7C-1946C6F7B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2185553" y="6105526"/>
            <a:ext cx="2533655" cy="6159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solidFill>
                  <a:srgbClr val="70707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                </a:t>
            </a:r>
          </a:p>
          <a:p>
            <a:r>
              <a:rPr lang="en-US" dirty="0">
                <a:solidFill>
                  <a:srgbClr val="5A5A5A"/>
                </a:solidFill>
              </a:rPr>
              <a:t>          Executive Summary 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E8F85-486E-9CB3-6079-9604D58C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9212" y="6356350"/>
            <a:ext cx="3495675" cy="36512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 Created by Rohit Chouhan </a:t>
            </a: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8CBCE-C304-F490-0C71-76F63058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7744" y="6356350"/>
            <a:ext cx="3286130" cy="36512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Tools: SQL • Python • Power BI</a:t>
            </a:r>
            <a:endParaRPr lang="en-US" sz="1600" dirty="0"/>
          </a:p>
        </p:txBody>
      </p:sp>
      <p:pic>
        <p:nvPicPr>
          <p:cNvPr id="11" name="Picture 10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9C3DBC80-88DD-116D-FD89-86980B967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449" y="447676"/>
            <a:ext cx="6424613" cy="56578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88900" dist="50800" dir="5400000" algn="ctr" rotWithShape="0">
              <a:srgbClr val="000000">
                <a:alpha val="42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C9F85D-0B2F-29BC-A930-F4C7B27F62DF}"/>
              </a:ext>
            </a:extLst>
          </p:cNvPr>
          <p:cNvCxnSpPr>
            <a:cxnSpLocks/>
          </p:cNvCxnSpPr>
          <p:nvPr userDrawn="1"/>
        </p:nvCxnSpPr>
        <p:spPr>
          <a:xfrm>
            <a:off x="4574031" y="6429375"/>
            <a:ext cx="0" cy="219075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04B180-5B89-B826-803F-87FE8C7267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54363" y="6429375"/>
            <a:ext cx="0" cy="2190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598E8E-4D29-D35D-F86D-45F947C1AF4F}"/>
              </a:ext>
            </a:extLst>
          </p:cNvPr>
          <p:cNvCxnSpPr>
            <a:cxnSpLocks/>
          </p:cNvCxnSpPr>
          <p:nvPr userDrawn="1"/>
        </p:nvCxnSpPr>
        <p:spPr>
          <a:xfrm>
            <a:off x="7141140" y="6438900"/>
            <a:ext cx="0" cy="2095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51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07556-37BE-1FF4-BF35-2D66A780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22F75-4497-1DF4-A9C2-81021814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678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02895-6ED8-CF93-EACB-6DB83C1A3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C9645-4B3C-3B1B-7659-76B78E81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3EDE56-EAF5-40A1-AC97-FC2DBB36E3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E331-8BCB-3A3F-274A-0DC2A61A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C85E1-0973-8F45-6424-AAB1D899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F2864-2EC1-35C7-BDD1-2A492880E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58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2E11-5E61-B21A-5450-A5D99049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76B11-2242-8414-42C0-021787A7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3CDD9-12FF-A0F5-B0B4-B58380D1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1662" y="6356350"/>
            <a:ext cx="3576481" cy="365125"/>
          </a:xfrm>
        </p:spPr>
        <p:txBody>
          <a:bodyPr/>
          <a:lstStyle/>
          <a:p>
            <a:r>
              <a:rPr lang="en-US" dirty="0"/>
              <a:t> Created by Rohit Chouhan </a:t>
            </a:r>
            <a:endParaRPr lang="en-US" sz="1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14A36-7A7C-2B25-B879-258F99DA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2571738" y="6105526"/>
            <a:ext cx="1980587" cy="615950"/>
          </a:xfrm>
        </p:spPr>
        <p:txBody>
          <a:bodyPr/>
          <a:lstStyle/>
          <a:p>
            <a:r>
              <a:rPr lang="en-US" dirty="0"/>
              <a:t>                </a:t>
            </a:r>
          </a:p>
          <a:p>
            <a:r>
              <a:rPr lang="en-US" dirty="0">
                <a:solidFill>
                  <a:srgbClr val="5A5A5A"/>
                </a:solidFill>
              </a:rPr>
              <a:t>Executive Summary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69273-8478-50C0-CDA1-7FB360C0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9688" y="6356350"/>
            <a:ext cx="3286130" cy="365125"/>
          </a:xfrm>
        </p:spPr>
        <p:txBody>
          <a:bodyPr/>
          <a:lstStyle/>
          <a:p>
            <a:r>
              <a:rPr lang="en-US" dirty="0"/>
              <a:t>Tools: SQL • Python • Power BI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399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4B7A-C1BB-BCF2-CBAF-A67150DB0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619"/>
            <a:ext cx="9467850" cy="914400"/>
          </a:xfrm>
        </p:spPr>
        <p:txBody>
          <a:bodyPr>
            <a:normAutofit/>
          </a:bodyPr>
          <a:lstStyle/>
          <a:p>
            <a:r>
              <a:rPr lang="en-US" sz="4800" b="1" i="1" dirty="0">
                <a:solidFill>
                  <a:srgbClr val="061426"/>
                </a:solidFill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 &amp;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9FF6F4-0676-4C3C-BB61-C9B716665A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37186" y="2518563"/>
            <a:ext cx="99404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SQL (data extraction), Python (data cleaning &amp; EDA), Power BI (visual dashboard).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buying patterns, customer segments, and product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Enable data-driven decision-making for future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297C3E84-92A0-A5C4-3E9B-3BF678043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987" y="5597013"/>
            <a:ext cx="914400" cy="914400"/>
          </a:xfrm>
          <a:prstGeom prst="rect">
            <a:avLst/>
          </a:prstGeom>
        </p:spPr>
      </p:pic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1050DD4D-1588-4F25-8CC2-CD5FFE464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6490" y="5597013"/>
            <a:ext cx="914400" cy="914400"/>
          </a:xfrm>
          <a:prstGeom prst="rect">
            <a:avLst/>
          </a:prstGeom>
        </p:spPr>
      </p:pic>
      <p:pic>
        <p:nvPicPr>
          <p:cNvPr id="10" name="Graphic 9" descr="Atom with solid fill">
            <a:extLst>
              <a:ext uri="{FF2B5EF4-FFF2-40B4-BE49-F238E27FC236}">
                <a16:creationId xmlns:a16="http://schemas.microsoft.com/office/drawing/2014/main" id="{85A037A0-E219-FCBE-546C-62AB205C9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096" y="5577349"/>
            <a:ext cx="914400" cy="914400"/>
          </a:xfrm>
          <a:prstGeom prst="rect">
            <a:avLst/>
          </a:prstGeom>
        </p:spPr>
      </p:pic>
      <p:pic>
        <p:nvPicPr>
          <p:cNvPr id="16" name="Graphic 15" descr="Head with gears with solid fill">
            <a:extLst>
              <a:ext uri="{FF2B5EF4-FFF2-40B4-BE49-F238E27FC236}">
                <a16:creationId xmlns:a16="http://schemas.microsoft.com/office/drawing/2014/main" id="{BADA4B13-0EC7-358B-94E6-4A1E1D21CB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63199" y="5597013"/>
            <a:ext cx="914400" cy="914400"/>
          </a:xfrm>
          <a:prstGeom prst="rect">
            <a:avLst/>
          </a:prstGeom>
        </p:spPr>
      </p:pic>
      <p:pic>
        <p:nvPicPr>
          <p:cNvPr id="18" name="Graphic 17" descr="Social network with solid fill">
            <a:extLst>
              <a:ext uri="{FF2B5EF4-FFF2-40B4-BE49-F238E27FC236}">
                <a16:creationId xmlns:a16="http://schemas.microsoft.com/office/drawing/2014/main" id="{935B61F6-F373-7A2D-3EAE-9C33F15A8B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2993" y="55970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9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BE82-2181-35D3-A50D-AF01387D3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467850" cy="1042218"/>
          </a:xfrm>
        </p:spPr>
        <p:txBody>
          <a:bodyPr>
            <a:normAutofit/>
          </a:bodyPr>
          <a:lstStyle/>
          <a:p>
            <a:r>
              <a:rPr lang="en-US" sz="5400" b="1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Preparation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13AC7-4F40-90DA-D04E-6B7FC135D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174" y="4237703"/>
            <a:ext cx="9144000" cy="2344994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dirty="0"/>
              <a:t>Imported raw Black Friday dataset </a:t>
            </a:r>
            <a:r>
              <a:rPr lang="en-US" b="1" dirty="0"/>
              <a:t>(550K+ records).</a:t>
            </a:r>
          </a:p>
          <a:p>
            <a:pPr algn="l"/>
            <a:r>
              <a:rPr lang="en-US" dirty="0"/>
              <a:t>-    Used SQL for validation and </a:t>
            </a:r>
            <a:r>
              <a:rPr lang="en-US" b="1" dirty="0"/>
              <a:t>removing inconsistencies</a:t>
            </a:r>
            <a:r>
              <a:rPr lang="en-US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Python used to fill missing values, remove duplicates, and create derived  columns.</a:t>
            </a:r>
          </a:p>
          <a:p>
            <a:pPr algn="l"/>
            <a:r>
              <a:rPr lang="en-US" dirty="0"/>
              <a:t>-    Final cleaned data</a:t>
            </a:r>
            <a:r>
              <a:rPr lang="en-US" b="1" dirty="0"/>
              <a:t>: 90,813 records, 12 key attributes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C1B705-511D-9FD8-7B96-2FB6B711D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70039"/>
            <a:ext cx="12123174" cy="29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3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4170-C580-52F5-BE0E-93196CB0D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485"/>
            <a:ext cx="9467850" cy="914400"/>
          </a:xfrm>
        </p:spPr>
        <p:txBody>
          <a:bodyPr>
            <a:normAutofit fontScale="90000"/>
          </a:bodyPr>
          <a:lstStyle/>
          <a:p>
            <a:r>
              <a:rPr lang="en-US" sz="4800" b="1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Exploratory</a:t>
            </a:r>
            <a:r>
              <a:rPr lang="en-US" sz="4800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800" b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Analysis (Python)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53738EA-8C74-C7D2-531A-F53D041A8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283110"/>
            <a:ext cx="5260258" cy="2733367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38395DAE-F124-0F2C-37FB-5A37CA2AE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381" y="1283110"/>
            <a:ext cx="5004619" cy="2733367"/>
          </a:xfrm>
          <a:prstGeom prst="rect">
            <a:avLst/>
          </a:prstGeom>
          <a:ln>
            <a:solidFill>
              <a:srgbClr val="061426"/>
            </a:solidFill>
          </a:ln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04B9F43-14F7-329B-C863-861670F205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3774" y="4292939"/>
            <a:ext cx="96742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spending customer segment: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Married working professionals (Age 26–35)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B contributed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42% of 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customers showed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average transaction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&amp; 5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top-performing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218123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3A47-EC38-1B16-D531-10D706B42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8" y="1337186"/>
            <a:ext cx="2054943" cy="1818815"/>
          </a:xfrm>
        </p:spPr>
        <p:txBody>
          <a:bodyPr/>
          <a:lstStyle/>
          <a:p>
            <a:r>
              <a:rPr lang="en-US" dirty="0"/>
              <a:t>n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4D6DC89-D290-CBAD-056E-B5D9F4A1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557"/>
            <a:ext cx="6168086" cy="3483429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F2EA5189-3838-FDB1-C705-8B453FCE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23" y="504391"/>
            <a:ext cx="5781368" cy="3569596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2F7CBDC-0864-C925-3976-3D855240D6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155" y="4489481"/>
            <a:ext cx="120838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Reveals strong positive correlation between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City Loyalty Index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Stay Years (0.96)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loyal customers tend to stay longer.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Relationship: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Purchase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moderate correlation with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CLV (0.32)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customer lifetime value influences purchase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 Analysis: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Purchase distribution varies slightly across cities (A, B, C), with both marital groups showing similar median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155716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C2C2-12F8-AE7F-C776-E98DB6332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5"/>
            <a:ext cx="9467850" cy="796413"/>
          </a:xfrm>
        </p:spPr>
        <p:txBody>
          <a:bodyPr>
            <a:normAutofit/>
          </a:bodyPr>
          <a:lstStyle/>
          <a:p>
            <a:r>
              <a:rPr lang="en-US" sz="4800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Dashboard Highlights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AAB3CD64-F7D4-EDF3-3B73-BAE8782D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4" y="1487746"/>
            <a:ext cx="4001058" cy="2534004"/>
          </a:xfrm>
          <a:prstGeom prst="rect">
            <a:avLst/>
          </a:prstGeom>
        </p:spPr>
      </p:pic>
      <p:pic>
        <p:nvPicPr>
          <p:cNvPr id="7" name="Picture 6" descr="A pie chart with numbers and a pie chart&#10;&#10;AI-generated content may be incorrect.">
            <a:extLst>
              <a:ext uri="{FF2B5EF4-FFF2-40B4-BE49-F238E27FC236}">
                <a16:creationId xmlns:a16="http://schemas.microsoft.com/office/drawing/2014/main" id="{C62A9789-4A9B-BD88-B19C-505B2E16F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200" y="1487746"/>
            <a:ext cx="4353533" cy="2534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A9085A-5D1C-E2DF-E406-695A8FF57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300" y="1487746"/>
            <a:ext cx="3585179" cy="2534004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011CE7-1C94-C8CA-115C-F59DF0EF7C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3574" y="4286721"/>
            <a:ext cx="12088426" cy="2351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City B leads in total sales (0.35bn)</a:t>
            </a:r>
            <a:r>
              <a:rPr lang="en-US" sz="1800" dirty="0"/>
              <a:t>, showing strong market dominance compared to other cities.</a:t>
            </a:r>
          </a:p>
          <a:p>
            <a:endParaRPr lang="en-US" sz="1800" dirty="0"/>
          </a:p>
          <a:p>
            <a:r>
              <a:rPr lang="en-US" sz="1800" b="1" dirty="0"/>
              <a:t>                      Customer base is well-balanced</a:t>
            </a:r>
            <a:r>
              <a:rPr lang="en-US" sz="1800" dirty="0"/>
              <a:t>, with new, returning, and loyal customers each contributing around one-third of total engagement.</a:t>
            </a:r>
          </a:p>
          <a:p>
            <a:endParaRPr lang="en-US" sz="1800" dirty="0"/>
          </a:p>
          <a:p>
            <a:r>
              <a:rPr lang="en-US" sz="1800" b="1" dirty="0"/>
              <a:t>                    Equal response rates across all spending categories</a:t>
            </a:r>
            <a:r>
              <a:rPr lang="en-US" sz="1800" dirty="0"/>
              <a:t> indicate consistent customer behavior, suggesting opportunities for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21698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EBD4-43C2-B154-00D3-0711F353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6" y="137653"/>
            <a:ext cx="11208774" cy="687295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Strategic Insights &amp;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8A423-D3A3-2A0A-C24E-3B467308E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110" y="1133061"/>
            <a:ext cx="10913806" cy="5587285"/>
          </a:xfrm>
        </p:spPr>
        <p:txBody>
          <a:bodyPr>
            <a:normAutofit fontScale="85000" lnSpcReduction="20000"/>
          </a:bodyPr>
          <a:lstStyle/>
          <a:p>
            <a:r>
              <a:rPr lang="en-US" sz="4300" dirty="0"/>
              <a:t>🧠 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b="1" dirty="0">
                <a:highlight>
                  <a:srgbClr val="00FFFF"/>
                </a:highlight>
              </a:rPr>
              <a:t>Customer-Centric Strategies</a:t>
            </a:r>
            <a:endParaRPr lang="en-US" b="1" dirty="0"/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🔹 </a:t>
            </a:r>
            <a:r>
              <a:rPr lang="en-US" sz="2000" b="1" i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Loyalty Rewards Program</a:t>
            </a:r>
          </a:p>
          <a:p>
            <a:endParaRPr lang="en-US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Launch a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tier-based loyalty program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(e.g., </a:t>
            </a:r>
            <a:r>
              <a:rPr lang="en-US" sz="2000" i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Silver, Gold, Platinum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 for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repeat customers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-  Offer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5–10% additional discount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for Platinum tier or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free delivery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on top-selling products.</a:t>
            </a:r>
          </a:p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Encourage retention by rewarding points per purchase (e.g., ₹1 = 1 point; 1000 points = ₹100 off).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Personalize offers based on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purchase history and city tier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(City A &amp; B customers spend more).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📊 Data Backing:</a:t>
            </a:r>
          </a:p>
          <a:p>
            <a:b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Repeat customers show </a:t>
            </a:r>
            <a:r>
              <a:rPr lang="en-US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1.8x higher average spend</a:t>
            </a: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than one-time buyers.</a:t>
            </a:r>
          </a:p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💼 Expected Outcome:</a:t>
            </a:r>
          </a:p>
          <a:p>
            <a:b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Boost customer retention by </a:t>
            </a:r>
            <a:r>
              <a:rPr lang="en-US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10–15%</a:t>
            </a: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and increase repeat purchase frequency</a:t>
            </a:r>
            <a:r>
              <a:rPr lang="en-US" sz="2000" dirty="0">
                <a:solidFill>
                  <a:srgbClr val="00B0F0"/>
                </a:solidFill>
              </a:rPr>
              <a:t>.</a:t>
            </a:r>
          </a:p>
          <a:p>
            <a:endParaRPr lang="en-US" sz="2000" b="1" dirty="0">
              <a:solidFill>
                <a:srgbClr val="00B0F0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7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C461-C2F9-C7C4-45C3-DCA7729C2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5"/>
            <a:ext cx="9467850" cy="1160206"/>
          </a:xfrm>
        </p:spPr>
        <p:txBody>
          <a:bodyPr/>
          <a:lstStyle/>
          <a:p>
            <a:r>
              <a:rPr lang="en-US" dirty="0">
                <a:highlight>
                  <a:srgbClr val="BDE4FF"/>
                </a:highlight>
              </a:rPr>
              <a:t>📦</a:t>
            </a:r>
            <a:r>
              <a:rPr lang="en-US" i="1" dirty="0">
                <a:highlight>
                  <a:srgbClr val="BDE4FF"/>
                </a:highlight>
              </a:rPr>
              <a:t> Product Strategies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34EBD-8DAF-0917-CE9F-D8F100CD581D}"/>
              </a:ext>
            </a:extLst>
          </p:cNvPr>
          <p:cNvSpPr txBox="1"/>
          <p:nvPr/>
        </p:nvSpPr>
        <p:spPr>
          <a:xfrm>
            <a:off x="3824748" y="14622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Smart Bundling &amp; Dynamic Discounts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D7941C3-B54B-1263-27DE-1FE59D7FB2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994" y="2029653"/>
            <a:ext cx="1202485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Bundle top categories 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1, 5, and 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combo 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“Buy 2 Get 1”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“Save 10% on bundled deals.”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 discounts on preferred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loyalty members (e.g., additional 5% on Category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Power BI to monitor product demand in real time and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pricing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higher discounts in low-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performing cities or off-peak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 bundled deals in targeted ad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     📊 Data Backing: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70C0"/>
                </a:solidFill>
              </a:rPr>
              <a:t>                          Top 3 categories drive </a:t>
            </a:r>
            <a:r>
              <a:rPr lang="en-US" sz="1800" b="1" dirty="0">
                <a:solidFill>
                  <a:srgbClr val="0070C0"/>
                </a:solidFill>
              </a:rPr>
              <a:t>~55% of total sales</a:t>
            </a:r>
            <a:r>
              <a:rPr lang="en-US" sz="1800" dirty="0">
                <a:solidFill>
                  <a:srgbClr val="0070C0"/>
                </a:solidFill>
              </a:rPr>
              <a:t>; bundling increases average transaction value.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💼 Expected Outcome: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70C0"/>
                </a:solidFill>
              </a:rPr>
              <a:t>                           Increase </a:t>
            </a:r>
            <a:r>
              <a:rPr lang="en-US" sz="1800" b="1" dirty="0">
                <a:solidFill>
                  <a:srgbClr val="0070C0"/>
                </a:solidFill>
              </a:rPr>
              <a:t>Average Order Value (AOV)</a:t>
            </a:r>
            <a:r>
              <a:rPr lang="en-US" sz="1800" dirty="0">
                <a:solidFill>
                  <a:srgbClr val="0070C0"/>
                </a:solidFill>
              </a:rPr>
              <a:t> by </a:t>
            </a:r>
            <a:r>
              <a:rPr lang="en-US" sz="1800" b="1" dirty="0">
                <a:solidFill>
                  <a:srgbClr val="0070C0"/>
                </a:solidFill>
              </a:rPr>
              <a:t>12–18%</a:t>
            </a:r>
            <a:r>
              <a:rPr lang="en-US" sz="1800" dirty="0">
                <a:solidFill>
                  <a:srgbClr val="0070C0"/>
                </a:solidFill>
              </a:rPr>
              <a:t> and reduce unsold inventory by </a:t>
            </a:r>
            <a:r>
              <a:rPr lang="en-US" sz="1800" b="1" dirty="0">
                <a:solidFill>
                  <a:srgbClr val="0070C0"/>
                </a:solidFill>
              </a:rPr>
              <a:t>10–15%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Business Growth with solid fill">
            <a:extLst>
              <a:ext uri="{FF2B5EF4-FFF2-40B4-BE49-F238E27FC236}">
                <a16:creationId xmlns:a16="http://schemas.microsoft.com/office/drawing/2014/main" id="{743EF9B3-951A-9B56-9F34-B102B5B50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8713" y="1297558"/>
            <a:ext cx="914400" cy="73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0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C694-EB40-9430-DA43-7BD28E4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13"/>
            <a:ext cx="9467850" cy="1123122"/>
          </a:xfrm>
        </p:spPr>
        <p:txBody>
          <a:bodyPr/>
          <a:lstStyle/>
          <a:p>
            <a:r>
              <a:rPr lang="en-US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📣 </a:t>
            </a:r>
            <a:r>
              <a:rPr lang="en-US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Marketing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70BE3-0EDA-81B5-3B23-066DB85315A4}"/>
              </a:ext>
            </a:extLst>
          </p:cNvPr>
          <p:cNvSpPr txBox="1"/>
          <p:nvPr/>
        </p:nvSpPr>
        <p:spPr>
          <a:xfrm>
            <a:off x="3814141" y="1338590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00FFFF"/>
                </a:highlight>
              </a:rPr>
              <a:t>City-Level Campaign Optimization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4FAA36-8361-A7FE-31FA-7C15FD1716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8300" y="1986903"/>
            <a:ext cx="11947566" cy="453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Power BI city insights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vs low-performing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reallocate ad budgets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high-performing metros (City B):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brand collaborations and influencer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Tier-2/3 cities (City C): launch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introductory cashback and referral schemes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boost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promotions with seasonal spikes (festivals, payday weekends) and 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“Early Access”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loyalty members.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                                       </a:t>
            </a: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📊 Data Backing: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City B accounts for </a:t>
            </a:r>
            <a:r>
              <a:rPr lang="en-US" sz="1800" b="1" dirty="0">
                <a:solidFill>
                  <a:srgbClr val="0070C0"/>
                </a:solidFill>
              </a:rPr>
              <a:t>42% of total sales</a:t>
            </a:r>
            <a:r>
              <a:rPr lang="en-US" sz="1800" dirty="0">
                <a:solidFill>
                  <a:srgbClr val="0070C0"/>
                </a:solidFill>
              </a:rPr>
              <a:t>, while City C contributes less than </a:t>
            </a:r>
            <a:r>
              <a:rPr lang="en-US" sz="1800" b="1" dirty="0">
                <a:solidFill>
                  <a:srgbClr val="0070C0"/>
                </a:solidFill>
              </a:rPr>
              <a:t>15%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💼 Expected Outcome: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r>
              <a:rPr lang="en-US" sz="1800" dirty="0">
                <a:solidFill>
                  <a:srgbClr val="0070C0"/>
                </a:solidFill>
              </a:rPr>
              <a:t>Improve sales share in Tier-2/3 cities by </a:t>
            </a:r>
            <a:r>
              <a:rPr lang="en-US" sz="1800" b="1" dirty="0">
                <a:solidFill>
                  <a:srgbClr val="0070C0"/>
                </a:solidFill>
              </a:rPr>
              <a:t>10%</a:t>
            </a:r>
            <a:r>
              <a:rPr lang="en-US" sz="1800" dirty="0">
                <a:solidFill>
                  <a:srgbClr val="0070C0"/>
                </a:solidFill>
              </a:rPr>
              <a:t>, and overall campaign ROI by </a:t>
            </a:r>
            <a:r>
              <a:rPr lang="en-US" sz="1800" b="1" dirty="0">
                <a:solidFill>
                  <a:srgbClr val="0070C0"/>
                </a:solidFill>
              </a:rPr>
              <a:t>25%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8" name="Graphic 7" descr="City with solid fill">
            <a:extLst>
              <a:ext uri="{FF2B5EF4-FFF2-40B4-BE49-F238E27FC236}">
                <a16:creationId xmlns:a16="http://schemas.microsoft.com/office/drawing/2014/main" id="{222ED4EE-A4E2-E70A-9B86-899963E9F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6645" y="1140089"/>
            <a:ext cx="914400" cy="78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5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C906-12AB-64F3-92CE-C1285821D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209"/>
            <a:ext cx="9467850" cy="66592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highlight>
                  <a:srgbClr val="BDE4FF"/>
                </a:highlight>
              </a:rPr>
              <a:t>Summary &amp; Thank You 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D4A87-01C2-6814-304D-83D3FD3F9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165" y="1053548"/>
            <a:ext cx="10041835" cy="33837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🔹 Key Takeaways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5DDE61-6DBE-A9CE-F805-D9CA8913B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4724"/>
            <a:ext cx="12192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90K+ 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product categories and demographics.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Occupation 4 and City 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top contributors to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track KPIs and customer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strategic initiatives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loyalty-driven personalization, smart bundling, and localized campaigns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to increase revenue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25% YoY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6E995-2F95-025C-922B-F8F35360B1E3}"/>
              </a:ext>
            </a:extLst>
          </p:cNvPr>
          <p:cNvSpPr txBox="1"/>
          <p:nvPr/>
        </p:nvSpPr>
        <p:spPr>
          <a:xfrm>
            <a:off x="69575" y="4488120"/>
            <a:ext cx="1155920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🙏 Thank You!</a:t>
            </a:r>
          </a:p>
          <a:p>
            <a:endParaRPr lang="en-US" sz="2400" dirty="0">
              <a:solidFill>
                <a:srgbClr val="0070C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Black Friday Sales Analysis  </a:t>
            </a:r>
          </a:p>
          <a:p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Executive Summary by Rohit Chouhan  </a:t>
            </a:r>
          </a:p>
          <a:p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Tools: SQL • Python • Power BI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2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774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Unicode MS</vt:lpstr>
      <vt:lpstr>Segoe UI Light</vt:lpstr>
      <vt:lpstr>Segoe UI Semibold</vt:lpstr>
      <vt:lpstr>Office Theme</vt:lpstr>
      <vt:lpstr>PowerPoint Presentation</vt:lpstr>
      <vt:lpstr>Project Objective &amp; Approach</vt:lpstr>
      <vt:lpstr>Data Preparation     </vt:lpstr>
      <vt:lpstr>Exploratory Data Analysis (Python)</vt:lpstr>
      <vt:lpstr>n</vt:lpstr>
      <vt:lpstr>Executive Dashboard Highlights</vt:lpstr>
      <vt:lpstr>Strategic Insights &amp; Recommendations</vt:lpstr>
      <vt:lpstr>📦 Product Strategies </vt:lpstr>
      <vt:lpstr>📣 Marketing Strategies</vt:lpstr>
      <vt:lpstr>Summary &amp; Thank You 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Chouhan</dc:creator>
  <cp:lastModifiedBy>Rohit Chouhan</cp:lastModifiedBy>
  <cp:revision>1</cp:revision>
  <dcterms:created xsi:type="dcterms:W3CDTF">2025-11-05T02:31:28Z</dcterms:created>
  <dcterms:modified xsi:type="dcterms:W3CDTF">2025-11-08T15:48:27Z</dcterms:modified>
</cp:coreProperties>
</file>